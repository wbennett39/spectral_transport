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5F3A0-2E9A-3891-9C2B-7F6EE84EAB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67884F-9D46-04FF-5C53-817CBCC4E9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69870-9D75-A826-0FF3-169208A69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4D7BD-4F83-4244-9830-CE48A63A7A87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708F77-72B4-DCAD-56CD-A14D4C0D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7030A-2DD4-4E2F-1DF0-676819B81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76A39-8B32-9341-96FF-EA4224348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202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7355F-3025-E894-621F-BC5098EE0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969B8-8059-6FC6-6031-6A5F3886E2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CA84CC-EABB-7B86-2AE8-82CB4905F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4D7BD-4F83-4244-9830-CE48A63A7A87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BBE2FB-E928-31DF-D367-58B4EEF35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71DA6E-47E2-F5F0-C0B0-AEFCC3A8E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76A39-8B32-9341-96FF-EA4224348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077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5448A-B633-8354-DDE9-1E57A7CD8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1312FC-3363-64A1-DA9E-91D120BC3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D91D04-324D-33D1-2FEB-64E7114C4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4D7BD-4F83-4244-9830-CE48A63A7A87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BE07EB-5CFA-6408-DCDC-20E6B19EF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4BEFCA-6A74-D655-7B7F-8576752E3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76A39-8B32-9341-96FF-EA4224348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106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DD562-D8AA-2723-64BF-4A9195B79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F1AE1-A054-CCF9-2B7E-5612E8115D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EC503F-ACED-9457-BEBB-767C520C27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F8FF40-9031-975C-CF7D-D0E4FEA80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4D7BD-4F83-4244-9830-CE48A63A7A87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AEA577-4605-D15F-2AA3-A93FFEFEE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D12315-810D-90E9-C775-3C95AFE58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76A39-8B32-9341-96FF-EA4224348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716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999D7-16A6-86F6-C1A8-52B2C8FF6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C1DC46-66C7-2338-2ED6-E206EF62F6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3E7C97-1CB5-B65C-47F5-E0C7278DA7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243329-D570-233B-BA99-4BAFA886E8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721361-0712-F274-A980-0D386F398F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1E8B52-2249-6DE6-EEB8-FC348D9A8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4D7BD-4F83-4244-9830-CE48A63A7A87}" type="datetimeFigureOut">
              <a:rPr lang="en-US" smtClean="0"/>
              <a:t>3/11/26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B3D90A-C345-63BE-E8C8-A9793C7F0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503B4F-E5C7-1916-1475-6CBF101BC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76A39-8B32-9341-96FF-EA4224348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993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9777B-45B3-55D6-9785-55D93F071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12B8F-4456-09E6-87B6-BD6704771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4D7BD-4F83-4244-9830-CE48A63A7A87}" type="datetimeFigureOut">
              <a:rPr lang="en-US" smtClean="0"/>
              <a:t>3/11/26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FEF207-2D9E-AE8E-3BA5-70E021A35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B68A23-6A63-86AC-5857-19FAF36DC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76A39-8B32-9341-96FF-EA4224348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968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4408CC-195D-FE0C-5355-EA6D879B9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4D7BD-4F83-4244-9830-CE48A63A7A87}" type="datetimeFigureOut">
              <a:rPr lang="en-US" smtClean="0"/>
              <a:t>3/11/26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FB9BB6-2C37-734B-9A3B-31BC06817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3910B1-9435-0910-4256-FCF4AEDAC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76A39-8B32-9341-96FF-EA4224348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992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20492-96AD-2E0C-BD70-CF6C30C5F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903A2-5E1D-75D6-7C62-0D9E94AC54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3A690F-1917-0264-F9A4-A42F18A079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48738B-741D-4CCE-04F2-AD6C6868A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4D7BD-4F83-4244-9830-CE48A63A7A87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2863CE-876E-FFEB-F0E5-E0D94A1D5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DA4F61-5228-1F0C-49AF-7C78EFF8A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76A39-8B32-9341-96FF-EA4224348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56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AD648-074E-6348-6B47-888C41D2B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4BC834-4A06-B9E3-97C7-F7FBB679C8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B7250F-FD52-0C58-FB6A-9CBF6D3B8D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DD91B9-6F84-50B1-A751-00AC078EA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4D7BD-4F83-4244-9830-CE48A63A7A87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0E01CB-0D2B-5180-E343-641D2DA5D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E329AA-927B-6287-7D08-F7F5765AE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76A39-8B32-9341-96FF-EA4224348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051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10856-3EFA-C960-5FA4-0E5E25BFB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835C37-641F-F25B-766D-7110F0656F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86C1FB-1174-4636-BF77-B2D3616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4D7BD-4F83-4244-9830-CE48A63A7A87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C8E8C4-47A3-E38F-65FE-4B8153D41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D38B7-7B3E-95AD-2FC9-006189332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76A39-8B32-9341-96FF-EA4224348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392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97DAE7-7B1B-C6A3-5526-10AA825689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8F8A32-B3CF-23EC-2554-0D51978B4F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E5AEE8-3C38-40D5-CA5C-8BAA2620B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4D7BD-4F83-4244-9830-CE48A63A7A87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A3073-57B4-7C13-45BC-75CDE7734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D76132-75D5-35A5-3F46-3E78B1348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76A39-8B32-9341-96FF-EA4224348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652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BD4976-C9D1-C3A4-6E3D-5071BB3A0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F6C5CA-CBEB-9F4B-609F-CED439E034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A8D87C-AE88-EA66-D6BF-3A98314076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24D7BD-4F83-4244-9830-CE48A63A7A87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D177E7-C1DC-ADC0-99AD-A0ACEA3689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9C8377-1ABF-58D2-E0F4-034A249500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576A39-8B32-9341-96FF-EA4224348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348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5AF83-26D7-94B9-7287-A11FB0627B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RM 03-11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B88375-6B14-A654-CF1A-78522338A0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555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98F5D-BF38-21CB-8A5B-A560F1EA3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K-alpha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82053-314F-8E12-AAD8-8355A4712C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3268"/>
            <a:ext cx="5661454" cy="4351338"/>
          </a:xfrm>
        </p:spPr>
        <p:txBody>
          <a:bodyPr/>
          <a:lstStyle/>
          <a:p>
            <a:r>
              <a:rPr lang="en-US" dirty="0"/>
              <a:t>For coarse meshes, DMD converges better than power iteration</a:t>
            </a:r>
          </a:p>
          <a:p>
            <a:r>
              <a:rPr lang="en-US" dirty="0"/>
              <a:t>Fluke?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5338BE-8424-876F-AB09-994D2B12D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0933" y="1585955"/>
            <a:ext cx="4911234" cy="3686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2597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</Words>
  <Application>Microsoft Macintosh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RM 03-11</vt:lpstr>
      <vt:lpstr>K-alpha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Bennett, William Gordon</dc:creator>
  <cp:lastModifiedBy>Bennett, William Gordon</cp:lastModifiedBy>
  <cp:revision>1</cp:revision>
  <dcterms:created xsi:type="dcterms:W3CDTF">2026-03-11T19:15:36Z</dcterms:created>
  <dcterms:modified xsi:type="dcterms:W3CDTF">2026-03-11T19:18:15Z</dcterms:modified>
</cp:coreProperties>
</file>